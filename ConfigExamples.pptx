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7" r:id="rId4"/>
    <p:sldId id="271" r:id="rId5"/>
    <p:sldId id="272" r:id="rId6"/>
    <p:sldId id="268" r:id="rId7"/>
    <p:sldId id="269" r:id="rId8"/>
    <p:sldId id="270" r:id="rId9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7733B-4062-1643-CE1E-E4762F23C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B7312-0462-8B48-9551-4CA087414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49B8-6C1D-35B2-858B-EFC37AE27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F007E-A1D0-6632-5DF1-9F010C1B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10A47-B10D-BD4B-E68A-1BAE197A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51674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2425-7043-9123-1B6E-8EC15D8A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4ACAE-A392-A615-677E-0010B9728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9D1CC-7355-6095-EC4E-365B5E01B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75CBC-EF76-A09F-AABA-986DB05F8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40BA-FB4A-482F-596D-73C66D3E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48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519E-647C-57E1-CE5C-0F140F30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CA1A-A6C5-7D8A-033F-AB4ECA9AA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A8274-FD9B-76EE-E90A-68FFA91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0A8B3-72EA-A9C1-FD92-FF67AE27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EC6AD-8FC1-4906-2B67-6DB6C042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202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571C-DE18-597A-58B2-B49C41D9F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23C4-B724-85A6-B42B-F617B31A7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A9F26-20CE-E102-F4B3-3A2251B0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1FEAB-DDFE-A83D-D510-6ECDF847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7A9D-3797-98E0-9A17-BDA2D98E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827E2-582B-5A34-2756-DF179568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4129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8124-1899-4E78-2B5B-E32B3040F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22817-1BDB-9EC4-2852-7887539AA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181A5-917B-B5C6-EAB6-2DB58749B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E720F-D180-D2DE-0CFD-0CD688F5E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72BAD-4B81-A9F7-2CA9-E9AC6180F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B3DF99-444F-65C7-21B3-D226CBD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6FF05-845C-BFE8-00A4-7B42C7DF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C52E1-9A67-0EA3-1B70-DAC990EBC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494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BF1E-CC55-F7ED-7812-AFD35666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34FE2-3657-FBC1-D3AC-3FA3F5D6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79F81-33A6-393D-23F0-EC82247C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C792-DEF0-C007-607B-1628F9C8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3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40B03-6FAB-FFE1-1765-D5CA5622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2A64B-FF05-8917-CA79-6F471F5C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8B94-A37B-F419-714C-1C1B9EA8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64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48B83-2F74-7275-7FD1-8A6534544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4288-CF8C-33C2-9A75-49FE429E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26695-847B-1BD7-CCF3-E9F1750FB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39926-E139-9B99-DD94-B441A1F9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D8F47-949A-B791-278A-6DD8FA460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00DA4-3541-D463-3027-D721F5A9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0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80DD-C25F-6F75-FD1D-D24EA3F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35E9E-4762-DE1F-70FB-40B620C6B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BCBE0-FA9E-B04D-BD41-80291D579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F08CE-B6F5-972E-0511-3564403A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85E-83A7-69B8-440D-433C7821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C1291-6CB4-CDC9-F91C-8E7B5209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2495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4DF9-839C-43E3-2707-ED15FD38E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433A4-FB19-7B6B-7D90-935C75773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867F-5388-85F0-459F-203C27BA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A179-5031-CDC3-3AB3-FD2BA3F0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35B95-32AE-B868-8D0C-19EB21B3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096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D24DD9-638F-3FF7-3990-33ED1B9C9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08504-A2F5-CECD-E408-A64F596F4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79E0D-E95E-429B-53C2-21989591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501D0-653B-0D7E-7F19-5356DA706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C936F-FA09-82A8-C405-3E5E0A10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26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E0D3AC-6273-8113-6977-D2DF3E03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9A54-2489-C6D9-7561-4BF0E5818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21953-1CF5-0DE9-186C-9D97E4B95E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3BB5-F900-21B0-90BB-BA81CBFF3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3739-0976-F157-3BD0-3F4C9C30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508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411DA-3A6D-3C49-71F9-A2297B94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75EB-5D48-DE21-8106-B215EA72B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5" y="144270"/>
            <a:ext cx="10378641" cy="64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77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EDA05-9A64-9D13-8800-B38D300B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8F774-303E-F1CC-EE62-22ABC7DD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9" y="0"/>
            <a:ext cx="11884848" cy="657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4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75EB-9BA9-13FA-1856-4692074F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6E5BC-F3F0-65B5-02F9-7736F3DA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40" y="1"/>
            <a:ext cx="1185929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640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93B9D7-6497-F8A9-1DE7-F469F6949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468" y="1056520"/>
            <a:ext cx="9080758" cy="5060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8E2DDD2-671F-1D17-C3B2-2851E0DE6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8524"/>
            <a:ext cx="3114171" cy="6300952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EF8FDD0-ADEC-EBF3-E6A9-AF708F51CE2A}"/>
              </a:ext>
            </a:extLst>
          </p:cNvPr>
          <p:cNvCxnSpPr/>
          <p:nvPr/>
        </p:nvCxnSpPr>
        <p:spPr>
          <a:xfrm>
            <a:off x="10282687" y="491706"/>
            <a:ext cx="1268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2E8C3B2-A8F4-7DAD-2608-C602859DDCF1}"/>
              </a:ext>
            </a:extLst>
          </p:cNvPr>
          <p:cNvSpPr txBox="1"/>
          <p:nvPr/>
        </p:nvSpPr>
        <p:spPr>
          <a:xfrm>
            <a:off x="10557495" y="122374"/>
            <a:ext cx="71846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/>
              <a:t>0 deg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141309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04698E-9862-0FD7-2F11-194403078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90" y="0"/>
            <a:ext cx="9102510" cy="49402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D737DD-26A6-6024-3BB3-D961FACD4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6993"/>
            <a:ext cx="3145338" cy="6364014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CFB3855-9912-D4B7-B6EF-E9C630F116ED}"/>
              </a:ext>
            </a:extLst>
          </p:cNvPr>
          <p:cNvCxnSpPr/>
          <p:nvPr/>
        </p:nvCxnSpPr>
        <p:spPr>
          <a:xfrm>
            <a:off x="10282687" y="491706"/>
            <a:ext cx="1268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7991EFB-850C-28E9-B6D1-03DAFCBFC0F4}"/>
              </a:ext>
            </a:extLst>
          </p:cNvPr>
          <p:cNvSpPr txBox="1"/>
          <p:nvPr/>
        </p:nvSpPr>
        <p:spPr>
          <a:xfrm>
            <a:off x="10557495" y="122374"/>
            <a:ext cx="71846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/>
              <a:t>0 deg</a:t>
            </a:r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3B0BDA-08FD-460F-886F-6A4E322F7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174" y="4829183"/>
            <a:ext cx="2360616" cy="202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88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C7388-B66D-9CAB-2F67-15907B46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0BE5D4-8E53-6823-CBD4-C7E3390F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152" y="860839"/>
            <a:ext cx="9248848" cy="5136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318AA8-A387-C61E-36D5-705EBB78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73" y="672661"/>
            <a:ext cx="2784479" cy="5970916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F5AA2B3-6239-9CB6-15F2-EFD5DDB08AB5}"/>
              </a:ext>
            </a:extLst>
          </p:cNvPr>
          <p:cNvCxnSpPr/>
          <p:nvPr/>
        </p:nvCxnSpPr>
        <p:spPr>
          <a:xfrm>
            <a:off x="10282687" y="491706"/>
            <a:ext cx="1268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37F26B4-3FC5-FB5E-164D-6285A7B9263C}"/>
              </a:ext>
            </a:extLst>
          </p:cNvPr>
          <p:cNvSpPr txBox="1"/>
          <p:nvPr/>
        </p:nvSpPr>
        <p:spPr>
          <a:xfrm>
            <a:off x="10557495" y="122374"/>
            <a:ext cx="71846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/>
              <a:t>0 deg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4733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3B523E-EE4A-4A23-CA1B-85F073BB6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995" y="0"/>
            <a:ext cx="11428009" cy="68580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FA2517-6181-EEEC-5BE0-9CBEDA266DCA}"/>
              </a:ext>
            </a:extLst>
          </p:cNvPr>
          <p:cNvCxnSpPr/>
          <p:nvPr/>
        </p:nvCxnSpPr>
        <p:spPr>
          <a:xfrm>
            <a:off x="10274061" y="2087592"/>
            <a:ext cx="1268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2BD548F-364D-6371-FE32-C78388B7FE8C}"/>
              </a:ext>
            </a:extLst>
          </p:cNvPr>
          <p:cNvSpPr txBox="1"/>
          <p:nvPr/>
        </p:nvSpPr>
        <p:spPr>
          <a:xfrm>
            <a:off x="10548869" y="1718260"/>
            <a:ext cx="71846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/>
              <a:t>0 deg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96161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EAA49C-18F7-9776-0DF0-6E14344F4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662" y="714704"/>
            <a:ext cx="9355338" cy="50757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EFD175-6D44-E494-6B70-0A6B1E263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207"/>
            <a:ext cx="3169146" cy="643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877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</TotalTime>
  <Words>8</Words>
  <Application>Microsoft Office PowerPoint</Application>
  <PresentationFormat>Widescreen</PresentationFormat>
  <Paragraphs>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Aspect Imaging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Yair Goldfarb</dc:creator>
  <cp:lastModifiedBy>Yair Goldfarb</cp:lastModifiedBy>
  <cp:revision>16</cp:revision>
  <dcterms:created xsi:type="dcterms:W3CDTF">2026-09-14T22:26:33Z</dcterms:created>
  <dcterms:modified xsi:type="dcterms:W3CDTF">2026-09-22T01:52:01Z</dcterms:modified>
</cp:coreProperties>
</file>
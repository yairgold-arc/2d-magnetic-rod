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he-I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91" d="100"/>
          <a:sy n="91" d="100"/>
        </p:scale>
        <p:origin x="84" y="5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47733B-4062-1643-CE1E-E4762F23CD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A8B7312-0462-8B48-9551-4CA0874142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he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6249B8-6C1D-35B2-858B-EFC37AE27A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D921C-80E9-4813-9630-6B31BC7B77DE}" type="datetimeFigureOut">
              <a:rPr lang="he-IL" smtClean="0"/>
              <a:t>ד'/תשרי/תשפ"ז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0F007E-A1D0-6632-5DF1-9F010C1B1E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510A47-B10D-BD4B-E68A-1BAE197A21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CBD03-6657-4E51-9F9C-2AF4D7CE5F2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2516743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272425-7043-9123-1B6E-8EC15D8ADA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54ACAE-A392-A615-677E-0010B97287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B9D1CC-7355-6095-EC4E-365B5E01BB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D921C-80E9-4813-9630-6B31BC7B77DE}" type="datetimeFigureOut">
              <a:rPr lang="he-IL" smtClean="0"/>
              <a:t>ד'/תשרי/תשפ"ז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675CBC-EF76-A09F-AABA-986DB05F81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DF40BA-FB4A-482F-596D-73C66D3E45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CBD03-6657-4E51-9F9C-2AF4D7CE5F2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464895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BF519E-647C-57E1-CE5C-0F140F3030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36CA1A-A6C5-7D8A-033F-AB4ECA9AA5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9A8274-FD9B-76EE-E90A-68FFA91D03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D921C-80E9-4813-9630-6B31BC7B77DE}" type="datetimeFigureOut">
              <a:rPr lang="he-IL" smtClean="0"/>
              <a:t>ד'/תשרי/תשפ"ז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F0A8B3-72EA-A9C1-FD92-FF67AE27A1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BEC6AD-8FC1-4906-2B67-6DB6C04268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CBD03-6657-4E51-9F9C-2AF4D7CE5F2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2920216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03571C-DE18-597A-58B2-B49C41D9F5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6D23C4-B724-85A6-B42B-F617B31A7BD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7EA9F26-20CE-E102-F4B3-3A2251B0A7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6F1FEAB-DDFE-A83D-D510-6ECDF847A9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D921C-80E9-4813-9630-6B31BC7B77DE}" type="datetimeFigureOut">
              <a:rPr lang="he-IL" smtClean="0"/>
              <a:t>ד'/תשרי/תשפ"ז</a:t>
            </a:fld>
            <a:endParaRPr lang="he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83A7A9D-3797-98E0-9A17-BDA2D98EF6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3827E2-582B-5A34-2756-DF179568AD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CBD03-6657-4E51-9F9C-2AF4D7CE5F2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6241294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058124-1899-4E78-2B5B-E32B3040F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C22817-1BDB-9EC4-2852-7887539AA7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1A181A5-917B-B5C6-EAB6-2DB58749B0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28E720F-D180-D2DE-0CFD-0CD688F5E44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5772BAD-4B81-A9F7-2CA9-E9AC6180F5F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CB3DF99-444F-65C7-21B3-D226CBD2DC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D921C-80E9-4813-9630-6B31BC7B77DE}" type="datetimeFigureOut">
              <a:rPr lang="he-IL" smtClean="0"/>
              <a:t>ד'/תשרי/תשפ"ז</a:t>
            </a:fld>
            <a:endParaRPr lang="he-I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186FF05-845C-BFE8-00A4-7B42C7DFA5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38C52E1-9A67-0EA3-1B70-DAC990EBC1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CBD03-6657-4E51-9F9C-2AF4D7CE5F2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3349479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32BF1E-CC55-F7ED-7812-AFD35666C4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5F34FE2-3657-FBC1-D3AC-3FA3F5D666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D921C-80E9-4813-9630-6B31BC7B77DE}" type="datetimeFigureOut">
              <a:rPr lang="he-IL" smtClean="0"/>
              <a:t>ד'/תשרי/תשפ"ז</a:t>
            </a:fld>
            <a:endParaRPr lang="he-I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AB79F81-33A6-393D-23F0-EC82247CA0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38C792-DEF0-C007-607B-1628F9C8E9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CBD03-6657-4E51-9F9C-2AF4D7CE5F2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6538787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7D40B03-6FAB-FFE1-1765-D5CA562214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D921C-80E9-4813-9630-6B31BC7B77DE}" type="datetimeFigureOut">
              <a:rPr lang="he-IL" smtClean="0"/>
              <a:t>ד'/תשרי/תשפ"ז</a:t>
            </a:fld>
            <a:endParaRPr lang="he-I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DD2A64B-FF05-8917-CA79-6F471F5CC7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BF8B94-A37B-F419-714C-1C1B9EA80A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CBD03-6657-4E51-9F9C-2AF4D7CE5F2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176467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648B83-2F74-7275-7FD1-8A65345441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604288-CF8C-33C2-9A75-49FE429EE6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6726695-847B-1BD7-CCF3-E9F1750FBE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8239926-E139-9B99-DD94-B441A1F9B1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D921C-80E9-4813-9630-6B31BC7B77DE}" type="datetimeFigureOut">
              <a:rPr lang="he-IL" smtClean="0"/>
              <a:t>ד'/תשרי/תשפ"ז</a:t>
            </a:fld>
            <a:endParaRPr lang="he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BD8F47-949A-B791-278A-6DD8FA4600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E100DA4-3541-D463-3027-D721F5A9A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CBD03-6657-4E51-9F9C-2AF4D7CE5F2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23028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2C80DD-C25F-6F75-FD1D-D24EA3FECB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7235E9E-4762-DE1F-70FB-40B620C6BF4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e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7BBCBE0-FA9E-B04D-BD41-80291D5799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6F08CE-B6F5-972E-0511-3564403ACF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D921C-80E9-4813-9630-6B31BC7B77DE}" type="datetimeFigureOut">
              <a:rPr lang="he-IL" smtClean="0"/>
              <a:t>ד'/תשרי/תשפ"ז</a:t>
            </a:fld>
            <a:endParaRPr lang="he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E8F85E-83A7-69B8-440D-433C782140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4C1291-6CB4-CDC9-F91C-8E7B5209F6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CBD03-6657-4E51-9F9C-2AF4D7CE5F2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0249583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44DF9-839C-43E3-2707-ED15FD38E3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50433A4-FB19-7B6B-7D90-935C75773A3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D8867F-5388-85F0-459F-203C27BAE1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D921C-80E9-4813-9630-6B31BC7B77DE}" type="datetimeFigureOut">
              <a:rPr lang="he-IL" smtClean="0"/>
              <a:t>ד'/תשרי/תשפ"ז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53A179-5031-CDC3-3AB3-FD2BA3F0B6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F35B95-32AE-B868-8D0C-19EB21B3FD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CBD03-6657-4E51-9F9C-2AF4D7CE5F2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2609685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4D24DD9-638F-3FF7-3990-33ED1B9C952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1708504-A2F5-CECD-E408-A64F596F4CE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979E0D-E95E-429B-53C2-2198959163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D921C-80E9-4813-9630-6B31BC7B77DE}" type="datetimeFigureOut">
              <a:rPr lang="he-IL" smtClean="0"/>
              <a:t>ד'/תשרי/תשפ"ז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7501D0-653B-0D7E-7F19-5356DA7066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8C936F-FA09-82A8-C405-3E5E0A101D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CBD03-6657-4E51-9F9C-2AF4D7CE5F2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5260653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BE0D3AC-6273-8113-6977-D2DF3E03EF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3E9A54-2489-C6D9-7561-4BF0E5818B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D21953-1CF5-0DE9-186C-9D97E4B95EA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23D921C-80E9-4813-9630-6B31BC7B77DE}" type="datetimeFigureOut">
              <a:rPr lang="he-IL" smtClean="0"/>
              <a:t>ד'/תשרי/תשפ"ז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8D3BB5-F900-21B0-90BB-BA81CBFF3E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8D3739-0976-F157-3BD0-3F4C9C30AF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10CBD03-6657-4E51-9F9C-2AF4D7CE5F2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950872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e-I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0AD3BAD-E73B-3E16-8620-7851CB388C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116" y="267363"/>
            <a:ext cx="11623419" cy="4555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15182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F373A3-3DA5-2F01-8CD9-6605743B73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4C8A831-0D19-C6DA-A79F-1AB16B05EA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705" y="-1"/>
            <a:ext cx="11595858" cy="5089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58943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EB6718-B263-B973-76FC-F3589CB5F0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7D4568E-49A6-090D-36B0-48F69CE880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89186"/>
            <a:ext cx="8677112" cy="323981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E7A865E-E85E-A159-B809-8C31BFE5A3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5147" y="3510455"/>
            <a:ext cx="9952465" cy="33475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39079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9E3E61-3D86-5816-9CD2-6BF75F8A9C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3CEBEF1-6101-4B37-8932-CC226AC97D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429297" cy="439177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CCC7245-22B2-63B5-9063-0AE166814A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4321179"/>
            <a:ext cx="6096000" cy="25368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09912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2D66E7-8EDF-9A19-BC24-81818CC270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BC1587A-6323-B180-9EE0-4BD6166127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083" y="201756"/>
            <a:ext cx="11088414" cy="35962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52121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633D0F-F01A-7E1A-A90B-3353CE06FC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355FB77-DA89-0A1C-FD7F-6A9EC653A8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593" y="184850"/>
            <a:ext cx="12062372" cy="4975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99808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CD4F75-1E6B-5050-CD16-6FC30E565D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ED94024-7AFB-FE82-8B8C-883B9930CC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71" y="256017"/>
            <a:ext cx="11926317" cy="48520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2452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6B769C-3E66-B173-2C2A-D843592995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F4E368C-1C23-B086-DD30-2C879017C5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72" y="94593"/>
            <a:ext cx="5631500" cy="187953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A2B0AF9-902F-B71D-3F73-4683C2F50A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72" y="1974124"/>
            <a:ext cx="5631500" cy="216067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558BE1B-F353-1340-8F19-BF62E9EC38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930250"/>
            <a:ext cx="5705072" cy="212472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962BDDD-15A7-65CE-F289-4B4B563F194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17324" y="168505"/>
            <a:ext cx="4635062" cy="176728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C6D2322-C0FE-6434-621F-438FB90ADBF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17323" y="2078701"/>
            <a:ext cx="4635061" cy="194995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32626D2-E691-5DBA-3087-2CA15AB9D5D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78644" y="4134796"/>
            <a:ext cx="4635061" cy="2297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32083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0DBC43-15AA-BAD3-4E6A-48D140607F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8B1F9A1-1E37-E1CE-6E0F-757DCCD7C1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5793" y="355957"/>
            <a:ext cx="10300413" cy="16199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08006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E411DA-3A6D-3C49-71F9-A2297B949C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007705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6EDA05-9A64-9D13-8800-B38D300BF9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028462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0475EB-9BA9-13FA-1856-4692074F9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626401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6C7388-B66D-9CAB-2F67-15907B46D3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47331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918</TotalTime>
  <Words>0</Words>
  <Application>Microsoft Office PowerPoint</Application>
  <PresentationFormat>Widescreen</PresentationFormat>
  <Paragraphs>0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Aspect Imaging LTD.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Yair Goldfarb</dc:creator>
  <cp:lastModifiedBy>Yair Goldfarb</cp:lastModifiedBy>
  <cp:revision>7</cp:revision>
  <dcterms:created xsi:type="dcterms:W3CDTF">2026-09-14T22:26:33Z</dcterms:created>
  <dcterms:modified xsi:type="dcterms:W3CDTF">2026-09-15T13:53:24Z</dcterms:modified>
</cp:coreProperties>
</file>
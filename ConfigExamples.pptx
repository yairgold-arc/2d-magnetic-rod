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8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7733B-4062-1643-CE1E-E4762F23CD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B7312-0462-8B48-9551-4CA087414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249B8-6C1D-35B2-858B-EFC37AE27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D921C-80E9-4813-9630-6B31BC7B77DE}" type="datetimeFigureOut">
              <a:rPr lang="he-IL" smtClean="0"/>
              <a:t>י'/תשרי/תשפ"ז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F007E-A1D0-6632-5DF1-9F010C1B1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10A47-B10D-BD4B-E68A-1BAE197A2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BD03-6657-4E51-9F9C-2AF4D7CE5F2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51674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72425-7043-9123-1B6E-8EC15D8AD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4ACAE-A392-A615-677E-0010B9728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9D1CC-7355-6095-EC4E-365B5E01B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D921C-80E9-4813-9630-6B31BC7B77DE}" type="datetimeFigureOut">
              <a:rPr lang="he-IL" smtClean="0"/>
              <a:t>י'/תשרי/תשפ"ז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75CBC-EF76-A09F-AABA-986DB05F8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F40BA-FB4A-482F-596D-73C66D3E4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BD03-6657-4E51-9F9C-2AF4D7CE5F2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648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F519E-647C-57E1-CE5C-0F140F303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6CA1A-A6C5-7D8A-033F-AB4ECA9AA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A8274-FD9B-76EE-E90A-68FFA91D0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D921C-80E9-4813-9630-6B31BC7B77DE}" type="datetimeFigureOut">
              <a:rPr lang="he-IL" smtClean="0"/>
              <a:t>י'/תשרי/תשפ"ז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0A8B3-72EA-A9C1-FD92-FF67AE27A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EC6AD-8FC1-4906-2B67-6DB6C0426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BD03-6657-4E51-9F9C-2AF4D7CE5F2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92021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3571C-DE18-597A-58B2-B49C41D9F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D23C4-B724-85A6-B42B-F617B31A7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A9F26-20CE-E102-F4B3-3A2251B0A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1FEAB-DDFE-A83D-D510-6ECDF847A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D921C-80E9-4813-9630-6B31BC7B77DE}" type="datetimeFigureOut">
              <a:rPr lang="he-IL" smtClean="0"/>
              <a:t>י'/תשרי/תשפ"ז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A7A9D-3797-98E0-9A17-BDA2D98EF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827E2-582B-5A34-2756-DF179568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BD03-6657-4E51-9F9C-2AF4D7CE5F2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24129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58124-1899-4E78-2B5B-E32B3040F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22817-1BDB-9EC4-2852-7887539AA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181A5-917B-B5C6-EAB6-2DB58749B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8E720F-D180-D2DE-0CFD-0CD688F5E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772BAD-4B81-A9F7-2CA9-E9AC6180F5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B3DF99-444F-65C7-21B3-D226CBD2D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D921C-80E9-4813-9630-6B31BC7B77DE}" type="datetimeFigureOut">
              <a:rPr lang="he-IL" smtClean="0"/>
              <a:t>י'/תשרי/תשפ"ז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86FF05-845C-BFE8-00A4-7B42C7DF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8C52E1-9A67-0EA3-1B70-DAC990EB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BD03-6657-4E51-9F9C-2AF4D7CE5F2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4947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2BF1E-CC55-F7ED-7812-AFD35666C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F34FE2-3657-FBC1-D3AC-3FA3F5D66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D921C-80E9-4813-9630-6B31BC7B77DE}" type="datetimeFigureOut">
              <a:rPr lang="he-IL" smtClean="0"/>
              <a:t>י'/תשרי/תשפ"ז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79F81-33A6-393D-23F0-EC82247C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C792-DEF0-C007-607B-1628F9C8E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BD03-6657-4E51-9F9C-2AF4D7CE5F2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5387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D40B03-6FAB-FFE1-1765-D5CA56221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D921C-80E9-4813-9630-6B31BC7B77DE}" type="datetimeFigureOut">
              <a:rPr lang="he-IL" smtClean="0"/>
              <a:t>י'/תשרי/תשפ"ז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D2A64B-FF05-8917-CA79-6F471F5CC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F8B94-A37B-F419-714C-1C1B9EA80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BD03-6657-4E51-9F9C-2AF4D7CE5F2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7646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8B83-2F74-7275-7FD1-8A6534544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04288-CF8C-33C2-9A75-49FE429EE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26695-847B-1BD7-CCF3-E9F1750FB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39926-E139-9B99-DD94-B441A1F9B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D921C-80E9-4813-9630-6B31BC7B77DE}" type="datetimeFigureOut">
              <a:rPr lang="he-IL" smtClean="0"/>
              <a:t>י'/תשרי/תשפ"ז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D8F47-949A-B791-278A-6DD8FA460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00DA4-3541-D463-3027-D721F5A9A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BD03-6657-4E51-9F9C-2AF4D7CE5F2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02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C80DD-C25F-6F75-FD1D-D24EA3FEC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235E9E-4762-DE1F-70FB-40B620C6BF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BCBE0-FA9E-B04D-BD41-80291D579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F08CE-B6F5-972E-0511-3564403AC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D921C-80E9-4813-9630-6B31BC7B77DE}" type="datetimeFigureOut">
              <a:rPr lang="he-IL" smtClean="0"/>
              <a:t>י'/תשרי/תשפ"ז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8F85E-83A7-69B8-440D-433C7821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C1291-6CB4-CDC9-F91C-8E7B5209F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BD03-6657-4E51-9F9C-2AF4D7CE5F2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49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44DF9-839C-43E3-2707-ED15FD38E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0433A4-FB19-7B6B-7D90-935C75773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8867F-5388-85F0-459F-203C27BAE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D921C-80E9-4813-9630-6B31BC7B77DE}" type="datetimeFigureOut">
              <a:rPr lang="he-IL" smtClean="0"/>
              <a:t>י'/תשרי/תשפ"ז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3A179-5031-CDC3-3AB3-FD2BA3F0B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35B95-32AE-B868-8D0C-19EB21B3F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BD03-6657-4E51-9F9C-2AF4D7CE5F2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60968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D24DD9-638F-3FF7-3990-33ED1B9C95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708504-A2F5-CECD-E408-A64F596F4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79E0D-E95E-429B-53C2-219895916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D921C-80E9-4813-9630-6B31BC7B77DE}" type="datetimeFigureOut">
              <a:rPr lang="he-IL" smtClean="0"/>
              <a:t>י'/תשרי/תשפ"ז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501D0-653B-0D7E-7F19-5356DA706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C936F-FA09-82A8-C405-3E5E0A101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BD03-6657-4E51-9F9C-2AF4D7CE5F2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6065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E0D3AC-6273-8113-6977-D2DF3E03E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E9A54-2489-C6D9-7561-4BF0E5818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21953-1CF5-0DE9-186C-9D97E4B95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D921C-80E9-4813-9630-6B31BC7B77DE}" type="datetimeFigureOut">
              <a:rPr lang="he-IL" smtClean="0"/>
              <a:t>י'/תשרי/תשפ"ז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D3BB5-F900-21B0-90BB-BA81CBFF3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D3739-0976-F157-3BD0-3F4C9C30A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CBD03-6657-4E51-9F9C-2AF4D7CE5F2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9508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AD3BAD-E73B-3E16-8620-7851CB388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16" y="267363"/>
            <a:ext cx="11623419" cy="455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518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373A3-3DA5-2F01-8CD9-6605743B7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C8A831-0D19-C6DA-A79F-1AB16B05E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05" y="-1"/>
            <a:ext cx="11595858" cy="50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94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B6718-B263-B973-76FC-F3589CB5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D4568E-49A6-090D-36B0-48F69CE88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186"/>
            <a:ext cx="8677112" cy="32398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7A865E-E85E-A159-B809-8C31BFE5A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147" y="3510455"/>
            <a:ext cx="9952465" cy="334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07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E3E61-3D86-5816-9CD2-6BF75F8A9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CEBEF1-6101-4B37-8932-CC226AC97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429297" cy="4391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CC7245-22B2-63B5-9063-0AE166814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321179"/>
            <a:ext cx="6096000" cy="253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991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D66E7-8EDF-9A19-BC24-81818CC27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1587A-6323-B180-9EE0-4BD616612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3" y="201756"/>
            <a:ext cx="11088414" cy="359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212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33D0F-F01A-7E1A-A90B-3353CE06F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55FB77-DA89-0A1C-FD7F-6A9EC653A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3" y="184850"/>
            <a:ext cx="12062372" cy="497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980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D4F75-1E6B-5050-CD16-6FC30E565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D94024-7AFB-FE82-8B8C-883B9930C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1" y="256017"/>
            <a:ext cx="11926317" cy="485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5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B769C-3E66-B173-2C2A-D8435929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4E368C-1C23-B086-DD30-2C879017C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2" y="94593"/>
            <a:ext cx="5631500" cy="18795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2B0AF9-902F-B71D-3F73-4683C2F50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2" y="1974124"/>
            <a:ext cx="5631500" cy="2160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58BE1B-F353-1340-8F19-BF62E9EC3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30250"/>
            <a:ext cx="5705072" cy="21247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62BDDD-15A7-65CE-F289-4B4B563F19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7324" y="168505"/>
            <a:ext cx="4635062" cy="17672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6D2322-C0FE-6434-621F-438FB90ADB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7323" y="2078701"/>
            <a:ext cx="4635061" cy="19499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2626D2-E691-5DBA-3087-2CA15AB9D5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8644" y="4134796"/>
            <a:ext cx="4635061" cy="229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208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DBC43-15AA-BAD3-4E6A-48D140607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B1F9A1-1E37-E1CE-6E0F-757DCCD7C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793" y="355957"/>
            <a:ext cx="10300413" cy="161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800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411DA-3A6D-3C49-71F9-A2297B949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8475EB-5D48-DE21-8106-B215EA72B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35" y="144270"/>
            <a:ext cx="10378641" cy="646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770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EDA05-9A64-9D13-8800-B38D300BF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846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475EB-9BA9-13FA-1856-4692074F9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640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C7388-B66D-9CAB-2F67-15907B46D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33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Aspect Imaging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Yair Goldfarb</dc:creator>
  <cp:lastModifiedBy>Yair Goldfarb</cp:lastModifiedBy>
  <cp:revision>9</cp:revision>
  <dcterms:created xsi:type="dcterms:W3CDTF">2026-09-14T22:26:33Z</dcterms:created>
  <dcterms:modified xsi:type="dcterms:W3CDTF">2026-09-21T02:18:35Z</dcterms:modified>
</cp:coreProperties>
</file>